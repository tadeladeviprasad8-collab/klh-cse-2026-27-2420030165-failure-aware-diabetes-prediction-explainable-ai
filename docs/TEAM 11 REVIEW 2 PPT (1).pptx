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E4936C-2ADD-4501-9BBC-CE0CB4B29A2B}" v="12" dt="2026-09-17T09:26:17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 varma" userId="e70f2fd7a016b93f" providerId="LiveId" clId="{AD213EE3-C89C-4ED0-A0F5-14C93C151D95}"/>
    <pc:docChg chg="undo redo custSel delSld modSld">
      <pc:chgData name="vinay varma" userId="e70f2fd7a016b93f" providerId="LiveId" clId="{AD213EE3-C89C-4ED0-A0F5-14C93C151D95}" dt="2026-09-17T09:31:31.243" v="318" actId="2711"/>
      <pc:docMkLst>
        <pc:docMk/>
      </pc:docMkLst>
      <pc:sldChg chg="modSp mod">
        <pc:chgData name="vinay varma" userId="e70f2fd7a016b93f" providerId="LiveId" clId="{AD213EE3-C89C-4ED0-A0F5-14C93C151D95}" dt="2026-09-17T09:31:31.243" v="318" actId="2711"/>
        <pc:sldMkLst>
          <pc:docMk/>
          <pc:sldMk cId="0" sldId="258"/>
        </pc:sldMkLst>
        <pc:spChg chg="mod">
          <ac:chgData name="vinay varma" userId="e70f2fd7a016b93f" providerId="LiveId" clId="{AD213EE3-C89C-4ED0-A0F5-14C93C151D95}" dt="2026-09-17T08:44:59.019" v="24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vinay varma" userId="e70f2fd7a016b93f" providerId="LiveId" clId="{AD213EE3-C89C-4ED0-A0F5-14C93C151D95}" dt="2026-09-17T09:31:31.243" v="318" actId="2711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mod">
        <pc:chgData name="vinay varma" userId="e70f2fd7a016b93f" providerId="LiveId" clId="{AD213EE3-C89C-4ED0-A0F5-14C93C151D95}" dt="2026-09-17T09:01:30.057" v="77" actId="1076"/>
        <pc:sldMkLst>
          <pc:docMk/>
          <pc:sldMk cId="0" sldId="259"/>
        </pc:sldMkLst>
        <pc:spChg chg="mod">
          <ac:chgData name="vinay varma" userId="e70f2fd7a016b93f" providerId="LiveId" clId="{AD213EE3-C89C-4ED0-A0F5-14C93C151D95}" dt="2026-09-17T08:59:38.066" v="37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vinay varma" userId="e70f2fd7a016b93f" providerId="LiveId" clId="{AD213EE3-C89C-4ED0-A0F5-14C93C151D95}" dt="2026-09-17T08:59:59.661" v="57" actId="20577"/>
          <ac:spMkLst>
            <pc:docMk/>
            <pc:sldMk cId="0" sldId="259"/>
            <ac:spMk id="4" creationId="{00000000-0000-0000-0000-000000000000}"/>
          </ac:spMkLst>
        </pc:spChg>
        <pc:graphicFrameChg chg="modGraphic">
          <ac:chgData name="vinay varma" userId="e70f2fd7a016b93f" providerId="LiveId" clId="{AD213EE3-C89C-4ED0-A0F5-14C93C151D95}" dt="2026-09-17T09:00:20.449" v="61" actId="2164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add mod">
          <ac:chgData name="vinay varma" userId="e70f2fd7a016b93f" providerId="LiveId" clId="{AD213EE3-C89C-4ED0-A0F5-14C93C151D95}" dt="2026-09-17T09:01:00.416" v="71" actId="14100"/>
          <ac:picMkLst>
            <pc:docMk/>
            <pc:sldMk cId="0" sldId="259"/>
            <ac:picMk id="6" creationId="{D60FF83E-0E63-31FC-3A70-681EE179FDC8}"/>
          </ac:picMkLst>
        </pc:picChg>
        <pc:picChg chg="add del">
          <ac:chgData name="vinay varma" userId="e70f2fd7a016b93f" providerId="LiveId" clId="{AD213EE3-C89C-4ED0-A0F5-14C93C151D95}" dt="2026-09-17T09:01:05.245" v="73" actId="22"/>
          <ac:picMkLst>
            <pc:docMk/>
            <pc:sldMk cId="0" sldId="259"/>
            <ac:picMk id="9" creationId="{F5C0A7FE-E972-E6DA-4CF3-76AC6FA67804}"/>
          </ac:picMkLst>
        </pc:picChg>
        <pc:picChg chg="add mod">
          <ac:chgData name="vinay varma" userId="e70f2fd7a016b93f" providerId="LiveId" clId="{AD213EE3-C89C-4ED0-A0F5-14C93C151D95}" dt="2026-09-17T09:01:30.057" v="77" actId="1076"/>
          <ac:picMkLst>
            <pc:docMk/>
            <pc:sldMk cId="0" sldId="259"/>
            <ac:picMk id="11" creationId="{31874B26-7DFB-0773-6B1A-39554EE1342C}"/>
          </ac:picMkLst>
        </pc:picChg>
      </pc:sldChg>
      <pc:sldChg chg="del">
        <pc:chgData name="vinay varma" userId="e70f2fd7a016b93f" providerId="LiveId" clId="{AD213EE3-C89C-4ED0-A0F5-14C93C151D95}" dt="2026-09-17T09:07:08.948" v="78" actId="47"/>
        <pc:sldMkLst>
          <pc:docMk/>
          <pc:sldMk cId="0" sldId="260"/>
        </pc:sldMkLst>
      </pc:sldChg>
      <pc:sldChg chg="addSp delSp modSp mod">
        <pc:chgData name="vinay varma" userId="e70f2fd7a016b93f" providerId="LiveId" clId="{AD213EE3-C89C-4ED0-A0F5-14C93C151D95}" dt="2026-09-17T09:19:10.999" v="190" actId="20577"/>
        <pc:sldMkLst>
          <pc:docMk/>
          <pc:sldMk cId="0" sldId="261"/>
        </pc:sldMkLst>
        <pc:spChg chg="mod">
          <ac:chgData name="vinay varma" userId="e70f2fd7a016b93f" providerId="LiveId" clId="{AD213EE3-C89C-4ED0-A0F5-14C93C151D95}" dt="2026-09-17T09:16:05.027" v="125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vinay varma" userId="e70f2fd7a016b93f" providerId="LiveId" clId="{AD213EE3-C89C-4ED0-A0F5-14C93C151D95}" dt="2026-09-17T09:13:51.967" v="105" actId="20577"/>
          <ac:spMkLst>
            <pc:docMk/>
            <pc:sldMk cId="0" sldId="261"/>
            <ac:spMk id="5" creationId="{00000000-0000-0000-0000-000000000000}"/>
          </ac:spMkLst>
        </pc:spChg>
        <pc:spChg chg="add del mod">
          <ac:chgData name="vinay varma" userId="e70f2fd7a016b93f" providerId="LiveId" clId="{AD213EE3-C89C-4ED0-A0F5-14C93C151D95}" dt="2026-09-17T09:19:10.999" v="190" actId="20577"/>
          <ac:spMkLst>
            <pc:docMk/>
            <pc:sldMk cId="0" sldId="261"/>
            <ac:spMk id="15" creationId="{B2C7EADD-0F9A-8CE5-2F45-8F177797AA90}"/>
          </ac:spMkLst>
        </pc:spChg>
        <pc:picChg chg="add mod">
          <ac:chgData name="vinay varma" userId="e70f2fd7a016b93f" providerId="LiveId" clId="{AD213EE3-C89C-4ED0-A0F5-14C93C151D95}" dt="2026-09-17T09:15:03.761" v="118" actId="1076"/>
          <ac:picMkLst>
            <pc:docMk/>
            <pc:sldMk cId="0" sldId="261"/>
            <ac:picMk id="6" creationId="{C99B0984-8BDE-6F07-5899-213BD734F01B}"/>
          </ac:picMkLst>
        </pc:picChg>
        <pc:picChg chg="del mod">
          <ac:chgData name="vinay varma" userId="e70f2fd7a016b93f" providerId="LiveId" clId="{AD213EE3-C89C-4ED0-A0F5-14C93C151D95}" dt="2026-09-17T09:07:23.465" v="80" actId="478"/>
          <ac:picMkLst>
            <pc:docMk/>
            <pc:sldMk cId="0" sldId="261"/>
            <ac:picMk id="9" creationId="{20163BA0-803F-30A5-D6C8-3A0E7DC81470}"/>
          </ac:picMkLst>
        </pc:picChg>
        <pc:picChg chg="add del mod">
          <ac:chgData name="vinay varma" userId="e70f2fd7a016b93f" providerId="LiveId" clId="{AD213EE3-C89C-4ED0-A0F5-14C93C151D95}" dt="2026-09-17T09:14:42.839" v="115" actId="22"/>
          <ac:picMkLst>
            <pc:docMk/>
            <pc:sldMk cId="0" sldId="261"/>
            <ac:picMk id="10" creationId="{D170CE62-58A8-2062-DEA1-C3A762E133DB}"/>
          </ac:picMkLst>
        </pc:picChg>
        <pc:picChg chg="add mod">
          <ac:chgData name="vinay varma" userId="e70f2fd7a016b93f" providerId="LiveId" clId="{AD213EE3-C89C-4ED0-A0F5-14C93C151D95}" dt="2026-09-17T09:15:12.416" v="121" actId="14100"/>
          <ac:picMkLst>
            <pc:docMk/>
            <pc:sldMk cId="0" sldId="261"/>
            <ac:picMk id="12" creationId="{AB906AA5-A1F4-3F03-903C-B3C9EB556DB7}"/>
          </ac:picMkLst>
        </pc:picChg>
        <pc:picChg chg="add del mod">
          <ac:chgData name="vinay varma" userId="e70f2fd7a016b93f" providerId="LiveId" clId="{AD213EE3-C89C-4ED0-A0F5-14C93C151D95}" dt="2026-09-17T09:18:09.450" v="155" actId="478"/>
          <ac:picMkLst>
            <pc:docMk/>
            <pc:sldMk cId="0" sldId="261"/>
            <ac:picMk id="14" creationId="{98FA7856-262A-DE21-65E2-09953024B8A5}"/>
          </ac:picMkLst>
        </pc:picChg>
      </pc:sldChg>
      <pc:sldChg chg="addSp modSp mod">
        <pc:chgData name="vinay varma" userId="e70f2fd7a016b93f" providerId="LiveId" clId="{AD213EE3-C89C-4ED0-A0F5-14C93C151D95}" dt="2026-09-17T09:21:59.564" v="225" actId="20577"/>
        <pc:sldMkLst>
          <pc:docMk/>
          <pc:sldMk cId="0" sldId="262"/>
        </pc:sldMkLst>
        <pc:spChg chg="mod">
          <ac:chgData name="vinay varma" userId="e70f2fd7a016b93f" providerId="LiveId" clId="{AD213EE3-C89C-4ED0-A0F5-14C93C151D95}" dt="2026-09-17T09:21:59.564" v="225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vinay varma" userId="e70f2fd7a016b93f" providerId="LiveId" clId="{AD213EE3-C89C-4ED0-A0F5-14C93C151D95}" dt="2026-09-17T09:21:15.640" v="193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vinay varma" userId="e70f2fd7a016b93f" providerId="LiveId" clId="{AD213EE3-C89C-4ED0-A0F5-14C93C151D95}" dt="2026-09-17T09:21:13.268" v="192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vinay varma" userId="e70f2fd7a016b93f" providerId="LiveId" clId="{AD213EE3-C89C-4ED0-A0F5-14C93C151D95}" dt="2026-09-17T09:21:11.308" v="191" actId="20577"/>
          <ac:spMkLst>
            <pc:docMk/>
            <pc:sldMk cId="0" sldId="262"/>
            <ac:spMk id="7" creationId="{00000000-0000-0000-0000-000000000000}"/>
          </ac:spMkLst>
        </pc:spChg>
        <pc:picChg chg="add mod">
          <ac:chgData name="vinay varma" userId="e70f2fd7a016b93f" providerId="LiveId" clId="{AD213EE3-C89C-4ED0-A0F5-14C93C151D95}" dt="2026-09-17T09:21:31.569" v="198" actId="14100"/>
          <ac:picMkLst>
            <pc:docMk/>
            <pc:sldMk cId="0" sldId="262"/>
            <ac:picMk id="8" creationId="{949333E2-5253-5E2F-39A6-09E6999AA9BF}"/>
          </ac:picMkLst>
        </pc:picChg>
      </pc:sldChg>
      <pc:sldChg chg="addSp delSp modSp mod">
        <pc:chgData name="vinay varma" userId="e70f2fd7a016b93f" providerId="LiveId" clId="{AD213EE3-C89C-4ED0-A0F5-14C93C151D95}" dt="2026-09-17T09:27:02.062" v="266" actId="20577"/>
        <pc:sldMkLst>
          <pc:docMk/>
          <pc:sldMk cId="0" sldId="263"/>
        </pc:sldMkLst>
        <pc:spChg chg="mod">
          <ac:chgData name="vinay varma" userId="e70f2fd7a016b93f" providerId="LiveId" clId="{AD213EE3-C89C-4ED0-A0F5-14C93C151D95}" dt="2026-09-17T09:27:02.062" v="266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vinay varma" userId="e70f2fd7a016b93f" providerId="LiveId" clId="{AD213EE3-C89C-4ED0-A0F5-14C93C151D95}" dt="2026-09-17T09:26:20.195" v="233" actId="20577"/>
          <ac:spMkLst>
            <pc:docMk/>
            <pc:sldMk cId="0" sldId="263"/>
            <ac:spMk id="5" creationId="{00000000-0000-0000-0000-000000000000}"/>
          </ac:spMkLst>
        </pc:spChg>
        <pc:spChg chg="add del mod">
          <ac:chgData name="vinay varma" userId="e70f2fd7a016b93f" providerId="LiveId" clId="{AD213EE3-C89C-4ED0-A0F5-14C93C151D95}" dt="2026-09-17T09:26:37.307" v="239"/>
          <ac:spMkLst>
            <pc:docMk/>
            <pc:sldMk cId="0" sldId="263"/>
            <ac:spMk id="8" creationId="{EDA53BBF-6D87-1422-C11F-2D7F9F072E5E}"/>
          </ac:spMkLst>
        </pc:spChg>
        <pc:picChg chg="add del mod">
          <ac:chgData name="vinay varma" userId="e70f2fd7a016b93f" providerId="LiveId" clId="{AD213EE3-C89C-4ED0-A0F5-14C93C151D95}" dt="2026-09-17T09:26:13.404" v="231" actId="22"/>
          <ac:picMkLst>
            <pc:docMk/>
            <pc:sldMk cId="0" sldId="263"/>
            <ac:picMk id="6" creationId="{6BA746B1-1659-FA9B-F711-0CACFF05A47A}"/>
          </ac:picMkLst>
        </pc:picChg>
        <pc:picChg chg="add mod">
          <ac:chgData name="vinay varma" userId="e70f2fd7a016b93f" providerId="LiveId" clId="{AD213EE3-C89C-4ED0-A0F5-14C93C151D95}" dt="2026-09-17T09:26:33.407" v="237" actId="1076"/>
          <ac:picMkLst>
            <pc:docMk/>
            <pc:sldMk cId="0" sldId="263"/>
            <ac:picMk id="10" creationId="{157FE629-C410-8BED-1AEF-3F5319FDF388}"/>
          </ac:picMkLst>
        </pc:picChg>
      </pc:sldChg>
      <pc:sldChg chg="addSp modSp mod">
        <pc:chgData name="vinay varma" userId="e70f2fd7a016b93f" providerId="LiveId" clId="{AD213EE3-C89C-4ED0-A0F5-14C93C151D95}" dt="2026-09-17T09:30:42.009" v="314" actId="20577"/>
        <pc:sldMkLst>
          <pc:docMk/>
          <pc:sldMk cId="0" sldId="264"/>
        </pc:sldMkLst>
        <pc:spChg chg="mod">
          <ac:chgData name="vinay varma" userId="e70f2fd7a016b93f" providerId="LiveId" clId="{AD213EE3-C89C-4ED0-A0F5-14C93C151D95}" dt="2026-09-17T09:30:42.009" v="314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vinay varma" userId="e70f2fd7a016b93f" providerId="LiveId" clId="{AD213EE3-C89C-4ED0-A0F5-14C93C151D95}" dt="2026-09-17T09:29:49.599" v="267" actId="20577"/>
          <ac:spMkLst>
            <pc:docMk/>
            <pc:sldMk cId="0" sldId="264"/>
            <ac:spMk id="5" creationId="{00000000-0000-0000-0000-000000000000}"/>
          </ac:spMkLst>
        </pc:spChg>
        <pc:picChg chg="add mod">
          <ac:chgData name="vinay varma" userId="e70f2fd7a016b93f" providerId="LiveId" clId="{AD213EE3-C89C-4ED0-A0F5-14C93C151D95}" dt="2026-09-17T09:30:13.941" v="276" actId="14100"/>
          <ac:picMkLst>
            <pc:docMk/>
            <pc:sldMk cId="0" sldId="264"/>
            <ac:picMk id="6" creationId="{A3E534A4-2F7E-B354-AE35-7519663646AF}"/>
          </ac:picMkLst>
        </pc:picChg>
      </pc:sldChg>
      <pc:sldChg chg="del">
        <pc:chgData name="vinay varma" userId="e70f2fd7a016b93f" providerId="LiveId" clId="{AD213EE3-C89C-4ED0-A0F5-14C93C151D95}" dt="2026-09-17T09:30:48.900" v="315" actId="47"/>
        <pc:sldMkLst>
          <pc:docMk/>
          <pc:sldMk cId="0" sldId="265"/>
        </pc:sldMkLst>
      </pc:sldChg>
      <pc:sldChg chg="del">
        <pc:chgData name="vinay varma" userId="e70f2fd7a016b93f" providerId="LiveId" clId="{AD213EE3-C89C-4ED0-A0F5-14C93C151D95}" dt="2026-09-17T09:30:52.806" v="316" actId="47"/>
        <pc:sldMkLst>
          <pc:docMk/>
          <pc:sldMk cId="0" sldId="266"/>
        </pc:sldMkLst>
      </pc:sldChg>
      <pc:sldChg chg="del">
        <pc:chgData name="vinay varma" userId="e70f2fd7a016b93f" providerId="LiveId" clId="{AD213EE3-C89C-4ED0-A0F5-14C93C151D95}" dt="2026-09-17T09:30:53.819" v="317" actId="4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537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46888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Three-Class Diabetes Status Prediction with Failure-Aware Ensemble Learning and Explainable AI</a:t>
            </a:r>
            <a:endParaRPr 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9DFA40-F1C4-2122-89F4-30BFA5A00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0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69164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Diabetes is a major public-health challenge influenced by multiple demographic,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, and health-related factors.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Predicting No Diabetes, Prediabetes, and Diabetes is challenging because the three classes are highly imbalanced, with Prediabetes being severely underrepresented.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Conventional machine learning models can achieve reasonable overall accuracy while performing poorly on minority classes.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Existing approaches often focus mainly on model performance without sufficiently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model failures, confidence, disagreement, and complementary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There is a need for an integrated framework combining multi-model prediction, failure-aware ensemble learning, explainable AI, and population-level diabetes surveillance.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6E80F2-31AB-E7D4-6287-1BF895C5A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59313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Performed data preprocessing, exploratory data analysis, statistical analysis, and feature engineering on BRFSS health-indicator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Developed and compared multiple machine learning models for three-class diabetes status prediction using comprehensive performance metrics.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model failures, confidence, disagreement, and error overlap using out-of-fold predictions to identify complementary model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Developed a Failure-Aware Hybrid model using model predictions and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-based meta-features for final three-class classification.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Evaluated the proposed hybrid against individual models, Soft Voting, and Standard Stacking using a locked test set.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Integrated SHAP and LIME for interpretable predictions and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model calibration and subgroup performance.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Integrated CDC diabetes surveillance analytics with the predictive framework into an interactive dashboard for population-level insights and decision support.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07DE70-48A0-83B4-B1F8-EC0551E7E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215043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1"/>
          <p:cNvSpPr/>
          <p:nvPr/>
        </p:nvSpPr>
        <p:spPr>
          <a:xfrm>
            <a:off x="2649986" y="234494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391678"/>
              </p:ext>
            </p:extLst>
          </p:nvPr>
        </p:nvGraphicFramePr>
        <p:xfrm>
          <a:off x="548640" y="1600200"/>
          <a:ext cx="11094415" cy="4445267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Resarch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Paper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Publication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Feature-Limited Prediction on the UCI Heart Disease Dataset (2023)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Computers, Materials &amp; Continua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Performs EDA on the UCI dataset, examines feature distributions and missing values, applies feature selection, and compares multiple ML models.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Limited to EDA and feature selection; does not incorporate explainability or a deployment interface.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1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An Active Learning Machine Technique Based Prediction of Cardiovascular Heart Disease from UCI-Repository Database (2023)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Scientific Reports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Performs preprocessing, EDA, and </a:t>
                      </a:r>
                      <a:r>
                        <a:rPr lang="en-US" sz="1050" dirty="0" err="1">
                          <a:solidFill>
                            <a:srgbClr val="1A1A1A"/>
                          </a:solidFill>
                        </a:rPr>
                        <a:t>visualizatio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 to examine attribute relationships before applying multiple ML classifiers.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Focuses on classification performance only; lacks explainability (SHAP/LIME) and input validation.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2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Mixed Machine Learning Approach for Efficient Prediction of Human Heart Disease by Identifying Numerical and Categorical Features (2022)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Applied Sciences – MDPI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Uses combined UCI data (Cleveland, Hungary, Switzerland, VA Long Beach); analyzes numerical/categorical features and compares ML approaches.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Does not include model interpretability or an interactive deployment component for practical use.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Finding the Influential Clinical Traits that Impact on the Diagnosis of Heart Disease Using Statistical and Machine-Learning Techniques (2022)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Scientific Reports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Investigates feature importance using statistical and ML techniques before applying tree-based classifiers on the combined UCI dataset.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Limited to feature-importance analysis; lacks broader model comparison and explainability integration.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The Efficacy of Machine-Learning-Supported Smart System for Heart Disease Prediction (2022)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Healthcare – MDPI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Evaluates Random Forest, Decision Tree, AdaBoost and KNN; compares performance on combined vs. Cleveland-only datasets.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Provides no model explainability or interactive interface for end users.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412F581-1D39-1B78-BD31-C5E8984A8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0FF83E-0E63-31FC-3A70-681EE179F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95664"/>
            <a:ext cx="11234286" cy="46498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874B26-7DFB-0773-6B1A-39554EE13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73" y="1395664"/>
            <a:ext cx="10724147" cy="53620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6C439B-CFA4-EAE8-0C49-D4919B4EF9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59342"/>
            <a:ext cx="12192000" cy="56986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01071" y="65339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01070" y="223845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TOOLS &amp; TECHNOLOGIES USED </a:t>
            </a: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69164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F53F2C-6708-DF41-6D64-22DBBCF2E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9426"/>
            <a:ext cx="2499986" cy="125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9B0984-8BDE-6F07-5899-213BD734F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986" y="1443869"/>
            <a:ext cx="7601313" cy="50675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906AA5-A1F4-3F03-903C-B3C9EB556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901" y="3696724"/>
            <a:ext cx="1729203" cy="4953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2C7EADD-0F9A-8CE5-2F45-8F177797AA90}"/>
              </a:ext>
            </a:extLst>
          </p:cNvPr>
          <p:cNvSpPr txBox="1"/>
          <p:nvPr/>
        </p:nvSpPr>
        <p:spPr>
          <a:xfrm>
            <a:off x="6096000" y="3787140"/>
            <a:ext cx="156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TOOLS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AEFD16-2138-63D4-339C-D7219A187F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21158"/>
            <a:ext cx="12192000" cy="58368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19431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13232" y="16764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527288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70168" y="2057400"/>
            <a:ext cx="527288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C05B60-FA32-8702-E69F-FF7B281D1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9333E2-5253-5E2F-39A6-09E6999AA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70660"/>
            <a:ext cx="11468100" cy="5262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427EDA-AD12-85A4-1C56-A6CA51570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3" y="1214258"/>
            <a:ext cx="12192000" cy="55734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96596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E0A919-6642-BA06-FC40-48C10AC01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7FE629-C410-8BED-1AEF-3F5319FDF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35" y="1590563"/>
            <a:ext cx="10688320" cy="445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B65841-982A-EF16-505E-F8F2D72F7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59006"/>
            <a:ext cx="12192000" cy="50789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30480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5" y="30480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EVALUATION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205740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27B93-DA47-7B68-9B3A-059A8D85F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E534A4-2F7E-B354-AE35-751966364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45" y="1524000"/>
            <a:ext cx="11135360" cy="5105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38D1FA-1962-7656-8B2C-391A939AC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25880"/>
            <a:ext cx="12192000" cy="55734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3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3674E-96EB-3616-0C1E-D8C280541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547</Words>
  <Application>Microsoft Office PowerPoint</Application>
  <PresentationFormat>Widescreen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sidharth reddy</cp:lastModifiedBy>
  <cp:revision>9</cp:revision>
  <dcterms:created xsi:type="dcterms:W3CDTF">2026-08-13T08:42:59Z</dcterms:created>
  <dcterms:modified xsi:type="dcterms:W3CDTF">2026-10-28T06:48:40Z</dcterms:modified>
</cp:coreProperties>
</file>