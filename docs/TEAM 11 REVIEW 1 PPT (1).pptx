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53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46888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Three-Class Diabetes Status Prediction with Failure-Aware Ensemble Learning and Explainable AI</a:t>
            </a:r>
            <a:endParaRPr lang="en-US" sz="3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DFA40-F1C4-2122-89F4-30BFA5A00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0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69164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Diabetes is a major public-health challenge influenced by multiple demographic,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, and health-related factors.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Identifying No Diabetes, Prediabetes, and Diabetes from population health indicators is challenging because the classes are highly imbalanced, particularly for the prediabetes class.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Conventional machine learning models may achieve high overall accuracy while providing poor recognition of minority classes.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Existing prediction approaches often focus primarily on model performance without sufficiently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model disagreement, failure patterns, explainability, calibration, and population-level surveillance context.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Therefore, there is a need for an integrated analytical framework that combines predictive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, failure-aware ensemble analysis, explainable AI, and population-level surveillance analytics.</a:t>
            </a:r>
          </a:p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E80F2-31AB-E7D4-6287-1BF895C5A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0000"/>
              </a:lnSpc>
              <a:buSzPct val="100000"/>
              <a:buFontTx/>
              <a:buChar char="•"/>
            </a:pP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To perform 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data preprocessing, exploratory data analysis, statistical analysis, and feature engineering on              BRFSS health-indicator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To develop 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and compare multiple machine learning models for three-class diabetes status prediction using comprehensive performance metrics.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IN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model failures, confidence, disagreement, and error overlap using out-of-fold predictions to identify complementary model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To develop 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a Failure-Aware Hybrid model using model predictions and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-based meta-features for final three-class classification.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To evaluate 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the proposed hybrid against individual models, soft voting, and standard stacking using a locked test 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To integrate 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SHAP and LIME for interpretable predictions and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model calibration and subgroup performance.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To integrate 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CDC diabetes surveillance analytics with the predictive framework into an interactive dashboard for population-level insights and decision support.</a:t>
            </a:r>
          </a:p>
          <a:p>
            <a:pPr marL="228600" indent="-228600">
              <a:lnSpc>
                <a:spcPct val="100000"/>
              </a:lnSpc>
              <a:buSzPct val="100000"/>
              <a:buFontTx/>
              <a:buChar char="•"/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SzPct val="100000"/>
            </a:pP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7DE70-48A0-83B4-B1F8-EC0551E7E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— PAPERS 1 TO 5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266974"/>
              </p:ext>
            </p:extLst>
          </p:nvPr>
        </p:nvGraphicFramePr>
        <p:xfrm>
          <a:off x="548640" y="1600200"/>
          <a:ext cx="11094415" cy="4451808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Research Paper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Publication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Feature-Limited Prediction on the UCI Heart Disease Dataset (2023)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Computers, Materials &amp; Continua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Performs EDA on the UCI dataset, examines feature distributions and missing values, applies feature selection, and compares multiple ML models.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Limited to EDA and feature selection; does not incorporate explainability or a deployment interface.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1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An Active Learning Machine Technique Based Prediction of Cardiovascular Heart Disease from UCI-Repository Database (2023)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Scientific Reports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Performs preprocessing, EDA, and visualization to examine attribute relationships before applying multiple ML classifiers.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Focuses on classification performance only; lacks explainability (SHAP/LIME) and input validation.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Mixed Machine Learning Approach for Efficient Prediction of Human Heart Disease by Identifying Numerical and Categorical Features (2022)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Applied Sciences – MDPI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Uses combined UCI data (Cleveland, Hungary, Switzerland, VA Long Beach); analyzes numerical/categorical features and compares ML approaches.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Does not include model interpretability or an interactive deployment component for practical use.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Finding the Influential Clinical Traits that Impact on the Diagnosis of Heart Disease Using Statistical and Machine-Learning Techniques (2022)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Scientific Reports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Investigates feature importance using statistical and ML techniques before applying tree-based classifiers on the combined UCI dataset.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Limited to feature-importance analysis; lacks broader model comparison and explainability integration.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The Efficacy of Machine-Learning-Supported Smart System for Heart Disease Prediction (2022)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Healthcare – MDPI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Evaluates Random Forest, Decision Tree, AdaBoost and KNN; compares performance on combined vs. Cleveland-only datasets.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Provides no model explainability or interactive interface for end users.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412F581-1D39-1B78-BD31-C5E8984A8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594CD-AD4D-A9DB-2A9D-96FB78A6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BCAF8D-AB46-7A6B-666B-06976910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0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69164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Severe Minority-Class Challenge: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Many diabetes prediction studies emphasize overall accuracy, while the highly imbalanced prediabetes class remains difficult to identify reliably.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Limited Failure Analysis: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Existing ensemble approaches often combine models without systematically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where individual models fail and whether other models can correctly classify those failures.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Limited Confidence and Disagreement </a:t>
            </a:r>
            <a:r>
              <a:rPr lang="en-IN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Base-model probability, confidence, entropy, margin, agreement, and disagreement information are not commonly integrated into a unified failure-aware analysis.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Fragmented Explainability: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SHAP and LIME are frequently applied to individual models without connecting explanations to model comparison and failure analysis.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Limited Integration of Surveillance Data: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Individual-level predictive </a:t>
            </a: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and population-level diabetes surveillance are often treated separately.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Limited Unified Framework: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There is scope for an integrated framework combining predictive analytics, failure analysis, explainability, calibration, subgroup analysis, surveillance analytics, and interactive visualization.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F53F2C-6708-DF41-6D64-22DBBCF2E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627313"/>
            <a:ext cx="5272888" cy="46363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Dataset 1 — BRFSS 2015 Health Indicators</a:t>
            </a:r>
          </a:p>
          <a:p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253,680 records</a:t>
            </a: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21 original predictor variables</a:t>
            </a: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Target: Diabetes_012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Three classes:</a:t>
            </a:r>
          </a:p>
          <a:p>
            <a:pPr lvl="1"/>
            <a:r>
              <a:rPr lang="en-IN" sz="17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— No Diabetes</a:t>
            </a:r>
          </a:p>
          <a:p>
            <a:pPr lvl="1"/>
            <a:r>
              <a:rPr lang="en-IN" sz="17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— Prediabetes</a:t>
            </a:r>
          </a:p>
          <a:p>
            <a:pPr lvl="1"/>
            <a:r>
              <a:rPr lang="en-IN" sz="17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— Diabetes</a:t>
            </a:r>
          </a:p>
          <a:p>
            <a:pPr lvl="1"/>
            <a:endParaRPr lang="en-IN" sz="17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Class distribution: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No Diabetes — 84.24%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Prediabetes — 1.83%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Diabetes — 13.93%</a:t>
            </a:r>
          </a:p>
          <a:p>
            <a:pPr lvl="1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29 retained features after feature engineering: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21 original features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8 engineered features</a:t>
            </a:r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70168" y="1627313"/>
            <a:ext cx="5272888" cy="46363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Dataset 2 — CDC Diabetes Surveillance Data</a:t>
            </a:r>
          </a:p>
          <a:p>
            <a:pPr lvl="0"/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13,889 records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16 variables</a:t>
            </a: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Aggregate population-level surveillance data</a:t>
            </a:r>
          </a:p>
          <a:p>
            <a:pPr lvl="0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Used for: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temporal analysis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demographic analysis</a:t>
            </a:r>
          </a:p>
          <a:p>
            <a:pPr lvl="1"/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population-level diabetes context</a:t>
            </a:r>
          </a:p>
          <a:p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Important: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 Dataset 2 is used as a </a:t>
            </a:r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surveillance/context dataset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, not merged with Dataset 1 and not treated as external validation.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C05B60-FA32-8702-E69F-FF7B281D1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96596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Pipeline: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Dataset → Preprocessing → EDA &amp; Statistical Analysis → Feature Engineering → ML Models → Hyperparameter Optimization → OOF Predictions → Failure Analysis → Failure-Aware Hybrid → Model Evaluation → SHAP/LIME → Surveillance Analysis → Interactive Dashboard</a:t>
            </a:r>
          </a:p>
          <a:p>
            <a:pPr>
              <a:lnSpc>
                <a:spcPct val="100000"/>
              </a:lnSpc>
              <a:spcAft>
                <a:spcPts val="1000"/>
              </a:spcAft>
              <a:buSzPct val="100000"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Metrics: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Accuracy → Precision → Recall → Macro-F1 → Balanced Accuracy → MCC → Confusion Matrix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E0A919-6642-BA06-FC40-48C10AC01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DASHBOARD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3495" y="178308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Diabetes Status Prediction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Model Performance Comparison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SHAP &amp; LIME Explanations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Failure &amp; Disagreement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CDC Population Surveillance</a:t>
            </a:r>
          </a:p>
          <a:p>
            <a:pPr lvl="0"/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Interactive Data Visualizations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700" b="1" dirty="0">
                <a:latin typeface="Arial" panose="020B0604020202020204" pitchFamily="34" charset="0"/>
                <a:cs typeface="Arial" panose="020B0604020202020204" pitchFamily="34" charset="0"/>
              </a:rPr>
              <a:t>Flow:</a:t>
            </a:r>
            <a:b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Input → Prediction → Explanation → Model Analysis → Surveillance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27B93-DA47-7B68-9B3A-059A8D85F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69164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Failure-Aware Hybrid Learning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Identifies where individual models fail and uses their complementary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to improve decision-making.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Model Confidence &amp; Disagreement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Incorporates confidence, entropy, prediction margins, agreement, and  disagreement into hybrid learning.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50-Feature Meta-Learning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Combines outputs and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information from 5 complementary base models.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Balanced Meta-Learner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Uses Balanced Logistic Regression to generate the final three-class prediction.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Error &amp; Complementarity Analysis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Examines model error overlap to understand when one model can compensate for another.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Explainable AI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Integrates SHAP and LIME to interpret predictions.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Individual + Population Analytics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Combines BRFSS individual-level prediction with CDC population-level surveillance.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Unified Interactive Dashboard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– Integrates prediction, model intelligence, failure analysis, explainability, and surveillance insights.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0F5609-2635-4579-8A7A-8129961EB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CONTRIBUTION &amp; FEASIBILITY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527288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B32B2E"/>
                </a:solidFill>
              </a:rPr>
              <a:t>Contributions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Develops an integrated framework for three-class diabetes status prediction under severe class imbalance.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Systematically compares individual models, soft voting, standard stacking, and a failure-aware hybrid.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Investigates whether model confidence and disagreement provide useful information beyond conventional ensemble probabilities.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Integrates explainable AI, calibration, subgroup analysis, and population surveillance analytics.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Provides transparent analysis of both the strengths and limitations of ensemble learning for prediabetes detection.</a:t>
            </a:r>
          </a:p>
        </p:txBody>
      </p:sp>
      <p:sp>
        <p:nvSpPr>
          <p:cNvPr id="6" name="Text 3"/>
          <p:cNvSpPr/>
          <p:nvPr/>
        </p:nvSpPr>
        <p:spPr>
          <a:xfrm>
            <a:off x="6370168" y="1965960"/>
            <a:ext cx="527288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B32B2E"/>
                </a:solidFill>
              </a:rPr>
              <a:t>Technical Feasibility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Implemented using Python and open-source machine learning libraries.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Uses publicly available health and surveillance datasets.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Uses established ML algorithms and explainability techniques.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Does not require specialized hardware for deployment.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Interactive dashboard can be accessed through a web browser.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Complete research pipeline is reproducible using saved preprocessing and model artifacts.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DA86EB-A9E4-87DE-5D59-DB9DABE92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49986" y="502920"/>
            <a:ext cx="8993069" cy="822960"/>
          </a:xfrm>
          <a:prstGeom prst="roundRect">
            <a:avLst>
              <a:gd name="adj" fmla="val 8889"/>
            </a:avLst>
          </a:prstGeom>
          <a:solidFill>
            <a:srgbClr val="B32B2E"/>
          </a:solidFill>
          <a:ln/>
        </p:spPr>
      </p:sp>
      <p:sp>
        <p:nvSpPr>
          <p:cNvPr id="4" name="Text 1"/>
          <p:cNvSpPr/>
          <p:nvPr/>
        </p:nvSpPr>
        <p:spPr>
          <a:xfrm>
            <a:off x="2649986" y="502920"/>
            <a:ext cx="8993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1691640"/>
            <a:ext cx="1082009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endParaRPr lang="en-US" sz="14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Developed an end-to-end three-class diabetes prediction framework using BRFSS health indicators.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Integrated ML, failure-aware hybrid learning, explainable AI, and population surveillance analytics.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Identified severe class imbalance, particularly for prediabetes, as a major challenge.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Demonstrated that complex ensemble models do not always outperform simpler approaches.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</a:t>
            </a:r>
            <a:endParaRPr lang="en-US" sz="14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Improve prediabetes minority-class detection using advanced imbalance-aware methods.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Perform external validation and cross-dataset testing.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Improve hybrid model calibration and confidence estimation.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Extend analysis using larger and longitudinal health datasets.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669151-4E5E-7FD9-FA9E-4DD65C5D6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3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3674E-96EB-3616-0C1E-D8C280541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1291</Words>
  <Application>Microsoft Office PowerPoint</Application>
  <PresentationFormat>Widescreen</PresentationFormat>
  <Paragraphs>165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sidharth reddy</cp:lastModifiedBy>
  <cp:revision>7</cp:revision>
  <dcterms:created xsi:type="dcterms:W3CDTF">2026-08-13T08:42:59Z</dcterms:created>
  <dcterms:modified xsi:type="dcterms:W3CDTF">2026-10-28T06:48:44Z</dcterms:modified>
</cp:coreProperties>
</file>